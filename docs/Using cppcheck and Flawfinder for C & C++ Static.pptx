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9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4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D90336-D220-41A0-AFFD-F5633B6858B0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F7051B-004E-4794-B02E-A56EB887B8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4777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https://github.com/binjamil/alzheimers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7051B-004E-4794-B02E-A56EB887B82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65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A18E4-2C90-A505-B74C-59F3F66156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71DA2F-ABB7-B647-347B-8C8AB8B7EC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6F0A5-EF0C-6902-7A5A-9791E4AAB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BEA26-530A-42CA-BF7E-1C948909D582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3897D-8160-CE56-7A76-44FC16578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E2CAA-1327-2B1E-B5F0-05CB1EFAB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391A7-0058-4FD3-BB4A-18D5740B1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434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2927B-E502-D3D0-DA59-AA2B4FA79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EFA5C-4659-3E79-9287-C70C81BE8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9EF571-4E94-FC36-66AD-A37E1DE34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BEA26-530A-42CA-BF7E-1C948909D582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EA6282-4992-09A0-E41B-7F3F1F0FE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C9FD5-A1B8-FCED-1D84-B3DCAA228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391A7-0058-4FD3-BB4A-18D5740B1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6809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722A0-E52F-A87B-3F93-761A749A1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267CC4-63EF-2662-EF05-AF71B0084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FA8D2-5304-2B9E-CEA6-BEED242C2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BEA26-530A-42CA-BF7E-1C948909D582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637ED-6D8B-AF29-31AA-9B25E186C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3A2A3-53E6-95F5-33A8-DFF641B0F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391A7-0058-4FD3-BB4A-18D5740B1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8982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2DC99-75E4-CCDB-E732-249B3A910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19372-EE81-2087-A56C-3DF538FA1E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3A98AF-1D89-36AD-CBED-680B3C419D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340065-A106-3595-79C6-4A0B5AA22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BEA26-530A-42CA-BF7E-1C948909D582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1A68D8-CCE3-1993-16DC-DD24E8BC8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32E7CA-5EE5-2C84-6B2E-B356F9C28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391A7-0058-4FD3-BB4A-18D5740B1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351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1BBD2-2B98-77CA-9938-82C7C0DE6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C7F1D-605A-7E6F-0889-57CF4E270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FA5B01-2C33-CD32-0496-1DB72E225B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891F2C-2C27-FD32-7E7A-E0A8D42634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8A6F7B-C5A4-0FD0-FFDD-3981C665A1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71F7C6-208D-4819-99E5-0674E4A31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BEA26-530A-42CA-BF7E-1C948909D582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31F6FD-E29B-0956-62A2-A31F90E1D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077518-6A2B-AAEE-EA12-D9FE41034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391A7-0058-4FD3-BB4A-18D5740B1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39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433A4-9923-A1BD-3658-09D5C13F0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E66424-D96F-53BF-CB70-CF377C516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BEA26-530A-42CA-BF7E-1C948909D582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5FD25C-CD94-6285-4FA4-FB328D593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A7AB17-909D-3D2E-6E9F-C83C3F4D6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391A7-0058-4FD3-BB4A-18D5740B1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0263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9694AD-EBB2-6F05-B200-9B48579E3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BEA26-530A-42CA-BF7E-1C948909D582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1BDEB3-D5A4-7198-D21A-3D26BB803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57EEB1-8180-84E9-0B5B-C36DA25F2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391A7-0058-4FD3-BB4A-18D5740B1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3174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03A22-DAD8-3E1B-7A7E-62E328230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C2FB9-2B3E-61A4-7606-9959D600C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C00F55-C66B-A934-B518-7F1867B575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57617F-399C-D45C-661A-37BBA469C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BEA26-530A-42CA-BF7E-1C948909D582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E6FA8A-135B-8C40-8456-598318554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3CA6FD-D774-265B-6DE3-A439D3068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391A7-0058-4FD3-BB4A-18D5740B1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8745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4F8CC-EF20-43D5-535B-C5B89CFD5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72F508-937D-5CEA-6E05-187E122F30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0340EA-40E9-9068-5D32-5FDCF02F93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5022F-A891-42CB-DEB3-E1688DDF6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BEA26-530A-42CA-BF7E-1C948909D582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E1DDA3-2825-E5AE-E233-2FAB2D88C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04D17B-9396-A26D-9F60-E8209B49E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391A7-0058-4FD3-BB4A-18D5740B1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6103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E44B1-279E-5E3A-2650-DA16B23F9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EE56C0-B1E7-963E-0DAC-A699CC68C1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44958-EAC8-0121-28E7-619139B21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BEA26-530A-42CA-BF7E-1C948909D582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4C1A4-851D-F596-540B-75BF9344C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81DF4-3D46-0E56-03AD-2BBD4C6AA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391A7-0058-4FD3-BB4A-18D5740B1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877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95EA68-AEC2-24B2-C5B9-D70D31C1C8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02C50-3B33-A6B8-F14D-E3237184AB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3DE13-9061-11CC-780E-7B36CC085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BEA26-530A-42CA-BF7E-1C948909D582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BE252-912F-77E6-51AF-BAC3B380B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37071-F819-0FAD-F973-C0A108124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391A7-0058-4FD3-BB4A-18D5740B1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2236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CC4F12-1092-77A8-7E31-C6088F767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0D131-BA72-C022-0837-9628F833F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597FA-DDE5-050B-88C2-219FF54074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5BEA26-530A-42CA-BF7E-1C948909D582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2CA75-C11D-0997-32BA-1030E0ABDE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DF1D3-E3A4-E627-7631-30F2017F6A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5391A7-0058-4FD3-BB4A-18D5740B1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9996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ECBF6-3BA2-4E0B-F174-03FDD456CC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0F0F0F"/>
                </a:solidFill>
                <a:effectLst/>
                <a:latin typeface="Roboto" panose="020B0604020202020204" pitchFamily="2" charset="0"/>
              </a:rPr>
              <a:t>Using </a:t>
            </a:r>
            <a:r>
              <a:rPr lang="en-US" b="1" i="0" dirty="0" err="1">
                <a:solidFill>
                  <a:srgbClr val="0F0F0F"/>
                </a:solidFill>
                <a:effectLst/>
                <a:latin typeface="Roboto" panose="020B0604020202020204" pitchFamily="2" charset="0"/>
              </a:rPr>
              <a:t>cppcheck</a:t>
            </a:r>
            <a:r>
              <a:rPr lang="en-US" b="1" i="0" dirty="0">
                <a:solidFill>
                  <a:srgbClr val="0F0F0F"/>
                </a:solidFill>
                <a:effectLst/>
                <a:latin typeface="Roboto" panose="020B0604020202020204" pitchFamily="2" charset="0"/>
              </a:rPr>
              <a:t> &amp; </a:t>
            </a:r>
            <a:r>
              <a:rPr lang="en-US" b="1" i="0" dirty="0" err="1">
                <a:solidFill>
                  <a:srgbClr val="0F0F0F"/>
                </a:solidFill>
                <a:effectLst/>
                <a:latin typeface="Roboto" panose="020B0604020202020204" pitchFamily="2" charset="0"/>
              </a:rPr>
              <a:t>flawfinder</a:t>
            </a:r>
            <a:r>
              <a:rPr lang="en-US" b="1" i="0" dirty="0">
                <a:solidFill>
                  <a:srgbClr val="0F0F0F"/>
                </a:solidFill>
                <a:effectLst/>
                <a:latin typeface="Roboto" panose="020B0604020202020204" pitchFamily="2" charset="0"/>
              </a:rPr>
              <a:t> for C &amp; C++ Static Analysis</a:t>
            </a:r>
            <a:br>
              <a:rPr lang="en-US" b="1" i="0" dirty="0">
                <a:solidFill>
                  <a:srgbClr val="0F0F0F"/>
                </a:solidFill>
                <a:effectLst/>
                <a:latin typeface="Roboto" panose="020B0604020202020204" pitchFamily="2" charset="0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FF602D-88C6-F1AA-72F8-B5D7660F48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298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52561-B8D8-DB63-DB9A-9008FD0DB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code analysis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C922D6-0FD8-41DA-A958-E28EB05FEA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0612" y="2043906"/>
            <a:ext cx="10010775" cy="3914775"/>
          </a:xfrm>
        </p:spPr>
      </p:pic>
    </p:spTree>
    <p:extLst>
      <p:ext uri="{BB962C8B-B14F-4D97-AF65-F5344CB8AC3E}">
        <p14:creationId xmlns:p14="http://schemas.microsoft.com/office/powerpoint/2010/main" val="4217723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7E6CB-C439-BE49-7B0F-9A9A3A5F1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F2328"/>
                </a:solidFill>
                <a:latin typeface="-apple-system"/>
              </a:rPr>
              <a:t>C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ommonly-</a:t>
            </a:r>
            <a:r>
              <a:rPr lang="en-US" b="0" i="0" dirty="0" err="1">
                <a:solidFill>
                  <a:srgbClr val="1F2328"/>
                </a:solidFill>
                <a:effectLst/>
                <a:latin typeface="-apple-system"/>
              </a:rPr>
              <a:t>occuring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 classes of memory-related bugs in C/C++.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D7560-8EF4-23E6-66C2-37DA643D8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l"/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Following are the most frequently-</a:t>
            </a:r>
            <a:r>
              <a:rPr lang="en-US" b="0" i="0" dirty="0" err="1">
                <a:solidFill>
                  <a:srgbClr val="1F2328"/>
                </a:solidFill>
                <a:effectLst/>
                <a:latin typeface="-apple-system"/>
              </a:rPr>
              <a:t>occuring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 memory errors: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2328"/>
                </a:solidFill>
                <a:effectLst/>
                <a:latin typeface="-apple-system"/>
              </a:rPr>
              <a:t>Memory Leaks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: memory is allocated but not deallocated, causing the program to consume more and more memory over time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2328"/>
                </a:solidFill>
                <a:effectLst/>
                <a:latin typeface="-apple-system"/>
              </a:rPr>
              <a:t>Dangling Pointers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: a pointer to a memory location that has already been freed explicitly or by a garbage collector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2328"/>
                </a:solidFill>
                <a:effectLst/>
                <a:latin typeface="-apple-system"/>
              </a:rPr>
              <a:t>Buffer Overflows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: write to a memory buffer beyond its allocated bounds, causing the program to crash or behave unexpectedly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2328"/>
                </a:solidFill>
                <a:effectLst/>
                <a:latin typeface="-apple-system"/>
              </a:rPr>
              <a:t>Use After Free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: memory access that has already been freed, causing the program to crash or corrupt memory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2328"/>
                </a:solidFill>
                <a:effectLst/>
                <a:latin typeface="-apple-system"/>
              </a:rPr>
              <a:t>Invalid Free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: attempt to free memory that has not been dynamically allocated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2328"/>
                </a:solidFill>
                <a:effectLst/>
                <a:latin typeface="-apple-system"/>
              </a:rPr>
              <a:t>Double Free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: program attempts to free memory that has already been freed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6741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0893B-F6FD-4F9A-1C2C-A26C9A294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6015D6-B57A-0CD2-5A2F-1058389A25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8432" y="1825625"/>
            <a:ext cx="8675135" cy="4351338"/>
          </a:xfrm>
        </p:spPr>
      </p:pic>
    </p:spTree>
    <p:extLst>
      <p:ext uri="{BB962C8B-B14F-4D97-AF65-F5344CB8AC3E}">
        <p14:creationId xmlns:p14="http://schemas.microsoft.com/office/powerpoint/2010/main" val="2726679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AC7A7-DB62-AA7F-3748-7C4D3A573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EE982-4C28-B0A2-F378-7389167E5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7ED7AA-226B-080E-9549-CA857AB8C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237" y="2081212"/>
            <a:ext cx="7629525" cy="269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679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DC56E-A2BC-6962-A412-09CE3CB55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88D19A8-55F0-5325-FE8E-05949F47B5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62589" y="2336366"/>
            <a:ext cx="6962775" cy="2552700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801D8D-1301-5F71-7263-518F9583F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037" y="943694"/>
            <a:ext cx="3981450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702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F2974-B85C-9E51-0D04-DF999EF8D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1BA7E-04B4-E79B-FCC3-DD8A3D11D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CC9249-4D9E-01AA-176F-9868A5218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37" y="585787"/>
            <a:ext cx="11439525" cy="5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956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8A25E-1545-8F09-D81C-58F4F3C0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9687DC2-CE54-2537-9604-A01EADB5E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D5D1DE-6DD5-DF1D-6D8F-724DA8A9E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425" y="385762"/>
            <a:ext cx="7677150" cy="608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092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3172E-B4AD-384E-2C57-1163CFBE5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4ECD1-58FC-DD7E-FB7F-79F70BE80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56259E-30C0-7743-40E7-8A08F423F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400050"/>
            <a:ext cx="11658600" cy="60579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8B01D5E-761D-6960-9E15-02394823062C}"/>
              </a:ext>
            </a:extLst>
          </p:cNvPr>
          <p:cNvSpPr/>
          <p:nvPr/>
        </p:nvSpPr>
        <p:spPr>
          <a:xfrm>
            <a:off x="4433977" y="4848045"/>
            <a:ext cx="1164566" cy="35368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BD00F8C-D05C-5D6F-BFE7-712C5DBC73BA}"/>
              </a:ext>
            </a:extLst>
          </p:cNvPr>
          <p:cNvCxnSpPr/>
          <p:nvPr/>
        </p:nvCxnSpPr>
        <p:spPr>
          <a:xfrm flipH="1">
            <a:off x="5865962" y="4632385"/>
            <a:ext cx="785004" cy="37956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1771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8336B-444E-01CD-B4B8-5F96FD053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38C36-1711-62EE-61A7-137926984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EAAA13-DA6A-2ED7-E27A-59849931C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6620" y="1147313"/>
            <a:ext cx="7560318" cy="4458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486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342EE-65D9-94C2-4877-F3C7CCACB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DC112-064A-7E88-1694-1959BB494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79461E-C612-1BC7-9FBA-DD5FACE5D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87" y="414337"/>
            <a:ext cx="11630025" cy="602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529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58688-2566-B73A-5B7B-FFFB1DEDE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Flawfinder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0073B-032F-2800-B101-8AAEE038B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331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0392D-5F02-DC6A-32AF-766B59510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7F7C8-A6F2-2BF0-1922-0B8CD2BB7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EA1805-9B4D-51F8-847F-4BF1A3402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75" y="1776412"/>
            <a:ext cx="6191250" cy="330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237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CBC41-AA5D-AA83-F2C0-6C09F9A2A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96020-2BD4-0527-DFF3-ACA47A20CD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2C7D02-CB1E-32A0-A950-6A16F967B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212" y="1133025"/>
            <a:ext cx="8544380" cy="4591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913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152</Words>
  <Application>Microsoft Office PowerPoint</Application>
  <PresentationFormat>Widescreen</PresentationFormat>
  <Paragraphs>13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-apple-system</vt:lpstr>
      <vt:lpstr>Arial</vt:lpstr>
      <vt:lpstr>Calibri</vt:lpstr>
      <vt:lpstr>Calibri Light</vt:lpstr>
      <vt:lpstr>Roboto</vt:lpstr>
      <vt:lpstr>Office Theme</vt:lpstr>
      <vt:lpstr>Using cppcheck &amp; flawfinder for C &amp; C++ Static Analysis </vt:lpstr>
      <vt:lpstr>Static code analysis</vt:lpstr>
      <vt:lpstr>Commonly-occuring classes of memory-related bugs in C/C++.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Flawfinder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cppcheck for C &amp; C++ Static Analysis </dc:title>
  <dc:creator>R.Santhya (EC-COUNCIL TRAINER-Cyber Security)</dc:creator>
  <cp:lastModifiedBy>R.Santhya (EC-COUNCIL TRAINER-Cyber Security)</cp:lastModifiedBy>
  <cp:revision>3</cp:revision>
  <dcterms:created xsi:type="dcterms:W3CDTF">2024-12-05T09:56:09Z</dcterms:created>
  <dcterms:modified xsi:type="dcterms:W3CDTF">2024-12-05T12:04:45Z</dcterms:modified>
</cp:coreProperties>
</file>